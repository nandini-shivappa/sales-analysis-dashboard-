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02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02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30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13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55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83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83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9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5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67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365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54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18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03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33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34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2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64677-B83E-F4A8-8219-F8C86F27BFA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420283" y="1267361"/>
            <a:ext cx="75104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E-Commerce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2281" y="2683933"/>
            <a:ext cx="7510506" cy="1219200"/>
          </a:xfrm>
        </p:spPr>
        <p:txBody>
          <a:bodyPr>
            <a:normAutofit/>
          </a:bodyPr>
          <a:lstStyle/>
          <a:p>
            <a:pPr>
              <a:defRPr sz="2400">
                <a:solidFill>
                  <a:srgbClr val="B4B4B4"/>
                </a:solidFill>
              </a:defRPr>
            </a:pPr>
            <a:r>
              <a:rPr lang="en-US" dirty="0"/>
              <a:t>Data-Driven Insights for Sustainable Growth</a:t>
            </a:r>
          </a:p>
          <a:p>
            <a:r>
              <a:rPr lang="en-US" dirty="0"/>
              <a:t>		March – June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548C7-E231-0D58-18A0-B95E2C00AA16}"/>
              </a:ext>
            </a:extLst>
          </p:cNvPr>
          <p:cNvSpPr txBox="1"/>
          <p:nvPr/>
        </p:nvSpPr>
        <p:spPr>
          <a:xfrm>
            <a:off x="1854200" y="5977467"/>
            <a:ext cx="219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C947F-5800-3203-3F0E-9942908210E7}"/>
              </a:ext>
            </a:extLst>
          </p:cNvPr>
          <p:cNvSpPr txBox="1"/>
          <p:nvPr/>
        </p:nvSpPr>
        <p:spPr>
          <a:xfrm>
            <a:off x="5706533" y="4730577"/>
            <a:ext cx="2866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B4B4B4"/>
                </a:solidFill>
              </a:defRPr>
            </a:pPr>
            <a:r>
              <a:rPr lang="en-US" sz="1600" dirty="0"/>
              <a:t>PRESENTED BY:</a:t>
            </a:r>
          </a:p>
          <a:p>
            <a:pPr>
              <a:defRPr sz="2400">
                <a:solidFill>
                  <a:srgbClr val="B4B4B4"/>
                </a:solidFill>
              </a:defRPr>
            </a:pPr>
            <a:r>
              <a:rPr lang="en-US" sz="1600" dirty="0"/>
              <a:t>NANDINI SHIVAPPA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Problem Statement &amp; Company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287693"/>
            <a:ext cx="7955280" cy="333417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Company: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Leading apparel e-commerce retailer 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amazon.In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channel)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Understand sales performance across product categories, cities, sizes, and timeframes.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Identify low-performing areas and high-performing segments.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Drive informed decisions in marketing, inventory, and operations.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24640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Dashboard Overview</a:t>
            </a:r>
          </a:p>
        </p:txBody>
      </p:sp>
      <p:pic>
        <p:nvPicPr>
          <p:cNvPr id="3" name="Picture 2" descr="Screenshot 2025-05-22 134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15390"/>
            <a:ext cx="7315200" cy="4104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914400" y="542038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Snapshot of overall sales KPIs, category performance, city-wise distribution, trends, and more.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287668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831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‘Set’ and ‘Kurta’ dominate sales. 'Blouse' and 'Ethnic Dress' are underperforming, requiring deeper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5E8CD-7202-19F4-D70E-C32FA64EF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68693"/>
            <a:ext cx="6849533" cy="407246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210025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by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6513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Bengaluru, Hyderabad, and Mumbai are top contributors. Focus marketing efforts on emerging cities.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34EBA-E020-F342-DDF2-605391BE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1" y="1121607"/>
            <a:ext cx="7382934" cy="4104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200" y="413712"/>
            <a:ext cx="21339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by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6513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Sizes M, L, and XL have highest demand. Limited sales for 5XL, 6XL indicate niche or redundant inventory.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47A5B-576A-D144-1660-F995FECA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6" y="1295301"/>
            <a:ext cx="7450668" cy="4104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49634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Trend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6513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peaked in April, with a gradual decline. Seasonal effects or promotions may be influencing trends.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9A72A-3936-8B2A-026D-F3F2B03F7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91337"/>
            <a:ext cx="7315200" cy="4104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27609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Weekly Sales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6513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are highest on Sundays and decline toward Thursday. Target mid-week with discounts or campaigns.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39622E-1182-F637-0C88-35A67F52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2298"/>
            <a:ext cx="7315200" cy="4104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79302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Order Status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6513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Most orders are completed. However, cancellations and returns highlight the need for process improvement.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AEA608-22B2-2886-504C-11D0BF44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1336"/>
            <a:ext cx="7315200" cy="410400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5050613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by State (Geographic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7235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Concentration of sales in specific regions of India. Regional strategies can be developed.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B2C93-BCD0-0152-01D7-80D98ABA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4" y="1194946"/>
            <a:ext cx="7315200" cy="410400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014" y="788085"/>
            <a:ext cx="7511473" cy="82638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Sales Data Extraction &amp; Conclusion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D76C0A-D955-F72B-76C8-B634DD608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348" y="1860000"/>
            <a:ext cx="751147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Extraction:</a:t>
            </a:r>
            <a:endParaRPr lang="en-US" altLang="en-US" sz="2000" b="1" cap="none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from an e-commerce sales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Fields included order ID, category, SKU, size, fulfillment type, shipping details, and financials.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by removing cancellations and replacing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‘Set’ and ‘Kurta’ dominate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Sizes M and L are preferred.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April is the top sales month; Sundays are the best sales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Bengaluru and Hyderabad are top revenue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14% cancellation rate through better fulfillment and customer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64" y="2429932"/>
            <a:ext cx="7511472" cy="3147193"/>
          </a:xfrm>
        </p:spPr>
        <p:txBody>
          <a:bodyPr/>
          <a:lstStyle/>
          <a:p>
            <a:r>
              <a:rPr dirty="0"/>
              <a:t>- Focus on popular categories like 'Set' and 'Kurta'.</a:t>
            </a:r>
          </a:p>
          <a:p>
            <a:r>
              <a:rPr dirty="0"/>
              <a:t>- Optimize stock for top-performing sizes.</a:t>
            </a:r>
          </a:p>
          <a:p>
            <a:r>
              <a:rPr dirty="0"/>
              <a:t>- Address causes of cancellations and returns.</a:t>
            </a:r>
          </a:p>
          <a:p>
            <a:r>
              <a:rPr dirty="0"/>
              <a:t>- Utilize city and weekday trends for strategic planning.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181</TotalTime>
  <Words>386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E-Commerce Sales Analysis</vt:lpstr>
      <vt:lpstr>Problem Statement &amp; Company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Sales Data Extraction &amp; Conclusion</vt:lpstr>
      <vt:lpstr>Key Insights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Nandini Shivappa</cp:lastModifiedBy>
  <cp:revision>3</cp:revision>
  <dcterms:created xsi:type="dcterms:W3CDTF">2013-01-27T09:14:16Z</dcterms:created>
  <dcterms:modified xsi:type="dcterms:W3CDTF">2025-05-26T13:36:33Z</dcterms:modified>
  <cp:category/>
</cp:coreProperties>
</file>